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&quot;%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玻利维亚</c:v>
                </c:pt>
                <c:pt idx="1">
                  <c:v>法国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1144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增长(%)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[需要填充真实数据]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[单位]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威胁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Starlink在拉美威胁大，需防御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Starlink在拉美威胁大，需防御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FTTH覆盖缺口决定威胁等级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覆盖空白=蓝海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Additional analysis supports the conclusion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supporting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[需要填充: supporting data 的关键洞察]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To be confirmed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1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9692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02412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CTO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