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YoY增长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&quot;%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玻利维亚</c:v>
                </c:pt>
                <c:pt idx="1">
                  <c:v>危地马拉</c:v>
                </c:pt>
                <c:pt idx="2">
                  <c:v>法国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1144</c:v>
                </c:pt>
                <c:pt idx="1">
                  <c:v>125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[需要填充真实数据]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[单位]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威胁分析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Starlink在拉美威胁极大，需防御策略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Starlink在拉美威胁极大，需防御策略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FTTH覆盖缺口决定威胁等级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增长对比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覆盖空白=蓝海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Additional analysis supports the conclusion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supporting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[需要填充: supporting data 的关键洞察]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To be confirmed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2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</a:t>
            </a:r>
          </a:p>
        </p:txBody>
      </p:sp>
      <p:sp>
        <p:nvSpPr>
          <p:cNvPr id="9" name="Oval 8"/>
          <p:cNvSpPr/>
          <p:nvPr/>
        </p:nvSpPr>
        <p:spPr>
          <a:xfrm>
            <a:off x="59893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不涨价模式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92024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不涨价模式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CTO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