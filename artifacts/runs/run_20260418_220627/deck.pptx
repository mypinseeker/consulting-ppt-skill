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YoY增长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玻利维亚</c:v>
                </c:pt>
                <c:pt idx="1">
                  <c:v>危地马拉</c:v>
                </c:pt>
                <c:pt idx="2">
                  <c:v>法国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1144</c:v>
                </c:pt>
                <c:pt idx="1">
                  <c:v>125</c:v>
                </c:pt>
                <c:pt idx="2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Lite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萨尔瓦多</c:v>
                </c:pt>
                <c:pt idx="1">
                  <c:v>爱尔兰</c:v>
                </c:pt>
                <c:pt idx="2">
                  <c:v>智利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32</c:v>
                </c:pt>
                <c:pt idx="2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运营商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萨尔瓦多</c:v>
                </c:pt>
                <c:pt idx="1">
                  <c:v>爱尔兰</c:v>
                </c:pt>
                <c:pt idx="2">
                  <c:v>智利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33</c:v>
                </c:pt>
                <c:pt idx="2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威胁与防御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Starlink在拉美威胁极大，需6大防御策略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Starlink在拉美威胁极大，需6大防御策略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371600"/>
            <a:ext cx="274320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已达平价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FTTH覆盖缺口决定威胁：渗透率&lt;10%市场增长超100%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覆盖空白=蓝海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Lite在3国达到平价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108条套餐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3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不涨价模式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不涨价模式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农村套餐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农村套餐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