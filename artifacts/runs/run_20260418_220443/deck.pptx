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Market($B)</c:v>
                </c:pt>
              </c:strCache>
            </c:strRef>
          </c:tx>
          <c:spPr>
            <a:solidFill>
              <a:srgbClr val="00A3E0"/>
            </a:solidFill>
          </c:spPr>
          <c:dLbls>
            <c:numFmt formatCode="$#,##0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Optical</c:v>
                </c:pt>
                <c:pt idx="1">
                  <c:v>CPO</c:v>
                </c:pt>
                <c:pt idx="2">
                  <c:v>Liquid</c:v>
                </c:pt>
                <c:pt idx="3">
                  <c:v>PCB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194</c:v>
                </c:pt>
                <c:pt idx="1">
                  <c:v>20</c:v>
                </c:pt>
                <c:pt idx="2">
                  <c:v>45</c:v>
                </c:pt>
                <c:pt idx="3">
                  <c:v>80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Market Size($B)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Data</c:v>
                </c:pt>
              </c:strCache>
            </c:strRef>
          </c:tx>
          <c:spPr>
            <a:solidFill>
              <a:srgbClr val="00A3E0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[需要填充真实数据]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[单位]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560320"/>
            <a:ext cx="13716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Should we invest in AI infra?</a:t>
            </a:r>
          </a:p>
          <a:p>
            <a:pPr>
              <a:spcBef>
                <a:spcPts val="1200"/>
              </a:spcBef>
              <a:defRPr sz="1600">
                <a:solidFill>
                  <a:srgbClr val="00A3E0"/>
                </a:solidFill>
                <a:latin typeface="Arial"/>
              </a:defRPr>
            </a:pPr>
            <a:r>
              <a:t>Optical modules are the safest bet at $194B market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5A5A6"/>
                </a:solidFill>
                <a:latin typeface="Arial"/>
              </a:defRPr>
            </a:pPr>
            <a:r>
              <a:t>April 2026  | 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0" y="0"/>
            <a:ext cx="54864" cy="68580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365D"/>
                </a:solidFill>
                <a:latin typeface="Arial"/>
              </a:defRPr>
            </a:pPr>
            <a:r>
              <a:t>Optical modules are the safest bet at $194B market size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Key findings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2743200" cy="128016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$194B</a:t>
            </a:r>
          </a:p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Optical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365D"/>
                </a:solidFill>
                <a:latin typeface="Arial"/>
              </a:defRPr>
            </a:pPr>
            <a:r>
              <a:t>Optical module market reaches $194B by 2026, China leads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market size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0F3FB"/>
          </a:solidFill>
          <a:ln w="1905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5A623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Optical modules most certain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Industry reports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365D"/>
                </a:solidFill>
                <a:latin typeface="Arial"/>
              </a:defRPr>
            </a:pPr>
            <a:r>
              <a:t>Additional analysis supports the conclusion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supporting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0F3FB"/>
          </a:solidFill>
          <a:ln w="1905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5A623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[需要填充: supporting data 的关键洞察]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To be confirmed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365D"/>
                </a:solidFill>
                <a:latin typeface="Arial"/>
              </a:defRPr>
            </a:pPr>
            <a:r>
              <a:t>1 recommended actions to move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371600"/>
            <a:ext cx="9692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A3E0"/>
                </a:solidFill>
                <a:latin typeface="Arial"/>
              </a:defRPr>
            </a:pPr>
            <a:r>
              <a:t>Invest in optical module leade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102412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Invest in optical module leaders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2286000"/>
            <a:ext cx="365760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A3E0"/>
                </a:solidFill>
                <a:latin typeface="Arial"/>
              </a:defRPr>
            </a:pPr>
            <a:r>
              <a:t>Board —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