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0000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0000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0000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0000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0000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Starlink 对运营商宽带业务的威胁有多大？如何防御？</a:t>
            </a:r>
          </a:p>
          <a:p>
            <a:pPr>
              <a:spcBef>
                <a:spcPts val="12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Starlink 在 FTTH 覆盖薄弱的拉美市场威胁极大（3 国已达平价），欧洲因不涨价模式威胁可控，运营商需 6 大防御策略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Arial"/>
              </a:defRPr>
            </a:pPr>
            <a:r>
              <a:t>April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0" y="0"/>
            <a:ext cx="5486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在 FTTH 覆盖薄弱的拉美市场威胁极大（3 国已达平价），欧洲因不涨价模式威胁可控，运营商需 6 大防御策略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446020" cy="1280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#1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覆盖缺口决定威胁等级：FTTH&lt;10% 的拉美市场 Starlink 用户增长超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371600"/>
            <a:ext cx="2446020" cy="1280160"/>
          </a:xfrm>
          <a:prstGeom prst="rect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#2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Starlink Lite 已在 3 个市场达到平价或更便宜（萨尔瓦多 $35 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371600"/>
            <a:ext cx="2446020" cy="1280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#3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5 种定价模式决定防御能力：不涨价模式（Iliad/SFR）防御最强，Y1/Y2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220" y="1371600"/>
            <a:ext cx="2446020" cy="1280160"/>
          </a:xfrm>
          <a:prstGeom prst="rect">
            <a:avLst/>
          </a:prstGeom>
          <a:solidFill>
            <a:srgbClr val="9B0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#4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14 国 108 套餐全运营商对比揭示：运营商自己的涨价策略反而在帮 Starl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覆盖缺口决定威胁等级：FTTH&lt;10% 的拉美市场 Starlink 用户增长超 100%，FTTH&gt;60% 的欧洲市场增长仅 4-20%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覆盖缺口决定威胁等级：FTTH&lt;10% 的拉美市场 Starlink 用户增长超 100%，FTTH&gt;60% 的欧洲市场增长仅 4-20%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0E0E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Key insight from: 覆盖缺口决定威胁等级：FTTH&lt;10% 的拉美市场 Starlink 用户增长超 100%，FTTH&gt;60% 的欧洲市场增长仅 4-20%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Data source to be confirmed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Lite 已在 3 个市场达到平价或更便宜（萨尔瓦多 $35 = Tigo $35，爱尔兰 €29 &lt; eir Y2 €76，乌拉圭 vs Antel）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Starlink Lite 已在 3 个市场达到平价或更便宜（萨尔瓦多 $35 = Tigo $35，爱尔兰 €29 &lt; eir Y2 €76，乌拉圭 vs Antel）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0E0E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Key insight from: Starlink Lite 已在 3 个市场达到平价或更便宜（萨尔瓦多 $35 = Tigo $35，爱尔兰 €29 &lt; eir Y2 €76，乌拉圭 vs Antel）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Data source to be confirmed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 种定价模式决定防御能力：不涨价模式（Iliad/SFR）防御最强，Y1/Y2 跳涨模式（eir/Orange）防御最弱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5 种定价模式决定防御能力：不涨价模式（Iliad/SFR）防御最强，Y1/Y2 跳涨模式（eir/Orange）防御最弱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0E0E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Key insight from: 5 种定价模式决定防御能力：不涨价模式（Iliad/SFR）防御最强，Y1/Y2 跳涨模式（eir/Orange）防御最弱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Data source to be confirmed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14 国 108 套餐全运营商对比揭示：运营商自己的涨价策略反而在帮 Starlink 获客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14 国 108 套餐全运营商对比揭示：运营商自己的涨价策略反而在帮 Starlink 获客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0E0E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Key insight from: 14 国 108 套餐全运营商对比揭示：运营商自己的涨价策略反而在帮 Starlink 获客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Data source to be confirmed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6 大防御战略：加速 FTTH 覆盖、推出 FWA 5G 反击、学习固定价格模式、捆绑增值服务、农村专属套餐、政府补贴合作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6 大防御战略：加速 FTTH 覆盖、推出 FWA 5G 反击、学习固定价格模式、捆绑增值服务、农村专属套餐、政府补贴合作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0E0E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Key insight from: 6 大防御战略：加速 FTTH 覆盖、推出 FWA 5G 反击、学习固定价格模式、捆绑增值服务、农村专属套餐、政府补贴合作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Data source to be confirmed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 recommended actions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9543161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加速 FTTH/FWA 覆盖：优先填补 FTTH&lt;10% 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加速 FTTH/FWA 覆盖：优先填补 FTTH&lt;10% 的市场空白（危地马拉/萨尔瓦多/巴拉圭）</a:t>
            </a:r>
          </a:p>
        </p:txBody>
      </p:sp>
      <p:sp>
        <p:nvSpPr>
          <p:cNvPr id="9" name="Oval 8"/>
          <p:cNvSpPr/>
          <p:nvPr/>
        </p:nvSpPr>
        <p:spPr>
          <a:xfrm>
            <a:off x="4236720" y="137160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5360" y="1371600"/>
            <a:ext cx="29543161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学习 Iliad 不涨价模式：锁定价格消除 Starlink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学习 Iliad 不涨价模式：锁定价格消除 Starlink 的价格叙事优势</a:t>
            </a:r>
          </a:p>
        </p:txBody>
      </p:sp>
      <p:sp>
        <p:nvSpPr>
          <p:cNvPr id="12" name="Oval 11"/>
          <p:cNvSpPr/>
          <p:nvPr/>
        </p:nvSpPr>
        <p:spPr>
          <a:xfrm>
            <a:off x="7741920" y="1371600"/>
            <a:ext cx="457200" cy="457200"/>
          </a:xfrm>
          <a:prstGeom prst="ellipse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1371600"/>
            <a:ext cx="29543161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0A2C"/>
                </a:solidFill>
                <a:latin typeface="Arial"/>
              </a:defRPr>
            </a:pPr>
            <a:r>
              <a:t>推出农村专属低价套餐：$15-20 档位抢占 Starlin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9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推出农村专属低价套餐：$15-20 档位抢占 Starlink 目标用户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6576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0000"/>
                </a:solidFill>
                <a:latin typeface="Arial"/>
              </a:defRPr>
            </a:pPr>
            <a:r>
              <a:t>运营商高管 + 战略部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