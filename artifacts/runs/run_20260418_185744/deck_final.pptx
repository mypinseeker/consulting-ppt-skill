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</c:v>
                </c:pt>
                <c:pt idx="1">
                  <c:v>多年保价</c:v>
                </c:pt>
                <c:pt idx="2">
                  <c:v>Y1/Y2跳涨</c:v>
                </c:pt>
                <c:pt idx="3">
                  <c:v>固定无合约</c:v>
                </c:pt>
                <c:pt idx="4">
                  <c:v>国企覆盖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对运营商的威胁与防御策略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 在拉美威胁极大，3国已平价，需6大防御策略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在拉美威胁极大，3国已平价，需6大防御策略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已达平价</a:t>
            </a:r>
            <a:br/>
            <a:r>
              <a:t>SV/IE/UY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108个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套餐对比</a:t>
            </a:r>
            <a:br/>
            <a:r>
              <a:t>全运营商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FTTH覆盖缺口决定威胁：渗透率&lt;10%市场Starlink增长超100%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Starlink增长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FTTH&lt;10%的市场Starlink增长率均超80%，覆盖空白=蓝海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Lite在3国达到平价：SV=Tigo，IE&lt;eir Y2价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萨尔瓦多完全平价，爱尔兰eir涨价后Starlink反而更便宜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5种定价模式决定防御力：不涨价最强，跳涨最弱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Y1/Y2跳涨反而帮Starlink获客，不涨价是最有效防御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固定价格模式最容易执行且效果显著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