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YoY增长(%)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</c:v>
                </c:pt>
                <c:pt idx="1">
                  <c:v>危地马拉</c:v>
                </c:pt>
                <c:pt idx="2">
                  <c:v>巴拉圭</c:v>
                </c:pt>
                <c:pt idx="3">
                  <c:v>萨尔瓦多</c:v>
                </c:pt>
                <c:pt idx="4">
                  <c:v>哥伦比亚</c:v>
                </c:pt>
                <c:pt idx="5">
                  <c:v>波兰</c:v>
                </c:pt>
                <c:pt idx="6">
                  <c:v>爱尔兰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Lite($)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最便宜运营商($)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月费(USD等值)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防御评分(10=最强)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永不涨价(Iliad)</c:v>
                </c:pt>
                <c:pt idx="1">
                  <c:v>多年保价(Free)</c:v>
                </c:pt>
                <c:pt idx="2">
                  <c:v>Y1/Y2跳涨(eir)</c:v>
                </c:pt>
                <c:pt idx="3">
                  <c:v>固定无合约(Tigo)</c:v>
                </c:pt>
                <c:pt idx="4">
                  <c:v>国企覆盖(Antel)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对运营商宽带业务的威胁有多大？如何防御？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  <a:br/>
            <a:r>
              <a:t>5欧洲+9拉美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3国平价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Lite已达平价</a:t>
            </a:r>
            <a:br/>
            <a:r>
              <a:t>SV/IE/UY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+1,144%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最高增长率</a:t>
            </a:r>
            <a:br/>
            <a:r>
              <a:t>玻利维亚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108套餐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全运营商对比</a:t>
            </a:r>
            <a:br/>
            <a:r>
              <a:t>3-6运营商/市场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 覆盖缺口决定威胁等级：渗透率&lt;10% 的市场 Starlink 用户增长超 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FTTH vs Starlink 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FTTH&lt;10%的市场（BO/GT/PY/SV）Starlink增长率均超80%。覆盖空白=Starlink蓝海。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 已在 3 个市场达到平价：SV $35=Tigo，IE €29&lt;eir Y2 €76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Starlink vs 运营商价格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萨尔瓦多完全平价。爱尔兰eir Y2涨到€76后Starlink Lite €29反而更便宜。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14国108条套餐数据, StarlinkInsider价格历史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种定价模式决定防御能力：不涨价最强，Y1/Y2跳涨最弱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定价模式vs防御效果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Y1/Y2跳涨(eir:€30→€76)反而帮Starlink获客。不涨价是最有效的防御武器。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6大防御战略可降低Starlink渗透率40-60%，需立即行动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防御战略优先级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固定价格模式最容易执行且效果显著——学习Iliad/SFR立即锁价。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学习Iliad不涨价模式：锁定价格消除Starlink价格叙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学习Iliad不涨价模式：锁定价格消除Starlink价格叙事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